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0D906-1B0D-4666-B231-A52BC9D4A73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DF240-1E65-4F3D-AE41-D02D21DDC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6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Greet everyone and introduce the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DF240-1E65-4F3D-AE41-D02D21DDC1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7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69E83-F618-CCCD-C3C4-F29A59676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C03B7-FA45-83B0-0250-5B52F6670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D89DE-585D-4BB8-2AE8-6860F98E1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C0903-8E17-1B21-0CBE-CD70C41B0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5954-50E3-A121-9F4B-50D1C9D2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2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FBBC-1D27-18B8-15C8-2472A82D4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A5F56-B6BC-31CE-7BB6-656FB489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9258C-FF8E-37D0-8E25-93F52BDD0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75E5F-37A6-74AB-187C-F21A2136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95D07-8D4E-7C3E-1093-7F9B0843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1400-3AF7-407E-E075-0D7ECE432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B9CFD-F636-D9EC-A677-24A21731B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865DA-189C-8649-2771-D12968AE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556D8-70B9-D77A-BE09-BEC8426C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5FE47-7728-63F7-ED68-0EDB22FF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213E-95B9-BCCF-A525-027932A0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44E33-7640-A9D1-1381-F8A77BE9F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00996-963F-A629-15BB-ED680C8A3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44E3F-9B9C-279D-BC3D-2010BEAE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B6F97-888D-B537-E4E0-733F941E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04E9F-DC56-A3DC-B435-3B6644DC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15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EBC4-2037-62A7-B90F-A532AD62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64DC5-3C8C-7A29-62C0-AEE865478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F098C-A459-24DC-7629-AA1B988BD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74647-3E89-6B2A-2055-E33720AE4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49A51-CD31-95A9-A15B-96EDA7C20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BE4CD-8128-25B9-998E-677E41CE0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D57164-4602-8E52-4DEA-D93237FD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44187-A300-F1B3-B5C5-E6852B67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F18B-C440-9A75-DECA-4A44847FC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5E1B4-FF23-C839-ECEE-255B9C60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302F1-7327-F53B-B778-4F815F77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A9B2F-3352-82C1-A27A-20F11606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2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77F90B-BC70-CAE6-F319-9AE2B7C1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5635A-AFEF-6A25-30C7-EEBBF3A1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B6ADD-96BD-8CDE-9BA7-BAA0A091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3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6148-20A1-F9FA-AAEB-D67E1899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0D933-EA35-0A0D-9704-73A993EC9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C9170-05B8-7E2A-5EA3-59D473DD7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EF688-A043-753E-5880-00FD70CC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87A8D-3C15-3A02-1A90-CCF35C76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85F78-CE6D-AE0D-8301-2448ECC9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4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1779-9EE7-2073-E929-39363CFC9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1E3685-31D5-B3E1-95C3-57448A382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04EB1-0D29-BFC9-65D0-7B1E579A1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A0081-222F-A449-60F0-FD9FF442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ADE19-021D-2009-CEFD-44DB05A44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80E91-1C22-66CF-93BA-02C4FE96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31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6370-B167-CDAF-C918-A42D1905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D85A2-C13C-F10B-7494-5DC4C09D6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02ADC-8A4D-7D03-C971-011A36DC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50074-24EA-630E-1820-F929E0025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1B7D2-40AF-0E38-3E0B-AB6DFED86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3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3F538-3BC4-E167-E5FA-B86482A91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00048-934C-9ABC-B559-E2F3372A8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7B6A8-D6FF-D02F-F41B-476090BD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7FC12-4DB0-8D75-C52C-B7419221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DA8B-B69B-F5E2-4AED-411CBE35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7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F8DD6-2143-60E0-5E89-23413920B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E835B-B486-7E13-02BF-2508B12B6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EA495-3C88-8EEF-6F8D-CDDC06B27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88A46-080C-4C66-AAD3-412FF9DD34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AABA1-26B5-8507-31F3-2A8CA901E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A04EF-D3A4-8565-7F40-7421E7915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908A8-2181-4262-92D0-BC00EA22E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5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A12C-36F2-3D0B-256C-DCB1A84B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Welcome to the test service</a:t>
            </a:r>
          </a:p>
        </p:txBody>
      </p:sp>
    </p:spTree>
    <p:extLst>
      <p:ext uri="{BB962C8B-B14F-4D97-AF65-F5344CB8AC3E}">
        <p14:creationId xmlns:p14="http://schemas.microsoft.com/office/powerpoint/2010/main" val="2726287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E025-1237-176B-81BF-0C9FCDAC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This slide is hidden</a:t>
            </a:r>
          </a:p>
        </p:txBody>
      </p:sp>
    </p:spTree>
    <p:extLst>
      <p:ext uri="{BB962C8B-B14F-4D97-AF65-F5344CB8AC3E}">
        <p14:creationId xmlns:p14="http://schemas.microsoft.com/office/powerpoint/2010/main" val="301812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F495-94EF-8FDC-9501-BAD1F22D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Fellowship lunch after the service</a:t>
            </a:r>
          </a:p>
        </p:txBody>
      </p:sp>
    </p:spTree>
    <p:extLst>
      <p:ext uri="{BB962C8B-B14F-4D97-AF65-F5344CB8AC3E}">
        <p14:creationId xmlns:p14="http://schemas.microsoft.com/office/powerpoint/2010/main" val="1887819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Custom</PresentationFormat>
  <Paragraphs>5</Paragraphs>
  <Slides>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Welcome to the test service</vt:lpstr>
      <vt:lpstr>This slide is hidden</vt:lpstr>
      <vt:lpstr>Fellowship lunch after the service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Gomez</dc:creator>
  <cp:lastModifiedBy>Frank Gomez</cp:lastModifiedBy>
  <cp:revision>1</cp:revision>
  <dcterms:created xsi:type="dcterms:W3CDTF">2026-10-27T05:03:30Z</dcterms:created>
  <dcterms:modified xsi:type="dcterms:W3CDTF">2026-10-27T05:03:30Z</dcterms:modified>
</cp:coreProperties>
</file>